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I’m, intern with eli to address the Chl gap filling task using ml algorithms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about my work on using a specific model called unet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fd3d88d6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fd3d88d6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Why chl and why this gap filling task?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ey indicator for ocean productivity, supporting marine ecosystems fisheries.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Limited by the inability to penetrate cloud cover, leading to missing Chl-a data.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 fraction of missing data complicates monitoring efforts, especially in regions with frequent cloud cover.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fd3d88d64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ffd3d88d64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fd3d88d64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fd3d88d64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fd3d88d64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fd3d88d64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fd3d88d64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ffd3d88d64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fd3d88d64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fd3d88d64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fd3d88d64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fd3d88d64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fd3d88d64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fd3d88d64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fd3d88d64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fd3d88d64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Chlorophyll-a Gap-Filling Using U-Net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Yifei Hang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Missing CHL data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3763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Satellite remote sensing: unable to </a:t>
            </a:r>
            <a:r>
              <a:rPr lang="en"/>
              <a:t>penetrate</a:t>
            </a:r>
            <a:r>
              <a:rPr lang="en"/>
              <a:t> through clouds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Traditional solution: interpolation &amp; geospatial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solution: machine learning (neural networks)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Goal: train a neural network with comparable performance, explore the benefit of incorporating environmental variables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5758" l="0" r="13157" t="6461"/>
          <a:stretch/>
        </p:blipFill>
        <p:spPr>
          <a:xfrm>
            <a:off x="4572000" y="1853850"/>
            <a:ext cx="4137149" cy="30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U-Net: A Convolutional Neural Network Architecture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2783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Encoder: feature extraction with convolutional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Decoder: construct gap-filled image with extracted features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2850" y="1853850"/>
            <a:ext cx="5478874" cy="284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825" y="3534600"/>
            <a:ext cx="3462651" cy="10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&amp; Data Processing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5641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processing: mask observed chlorophyll with artificial clouds; log CHL; standardize; fill N/A with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48576" l="0" r="18897" t="4798"/>
          <a:stretch/>
        </p:blipFill>
        <p:spPr>
          <a:xfrm>
            <a:off x="3200250" y="2530975"/>
            <a:ext cx="5742573" cy="221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6707250" y="4642875"/>
            <a:ext cx="18123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lang="en" sz="1030">
                <a:solidFill>
                  <a:srgbClr val="ED3CDA"/>
                </a:solidFill>
              </a:rPr>
              <a:t>Evaluate </a:t>
            </a:r>
            <a:r>
              <a:rPr lang="en" sz="1030">
                <a:solidFill>
                  <a:srgbClr val="ED3CDA"/>
                </a:solidFill>
              </a:rPr>
              <a:t>prediction against the masked observed</a:t>
            </a:r>
            <a:endParaRPr sz="1030">
              <a:solidFill>
                <a:srgbClr val="ED3CDA"/>
              </a:solidFill>
            </a:endParaRPr>
          </a:p>
        </p:txBody>
      </p:sp>
      <p:sp>
        <p:nvSpPr>
          <p:cNvPr id="111" name="Google Shape;111;p16"/>
          <p:cNvSpPr/>
          <p:nvPr/>
        </p:nvSpPr>
        <p:spPr>
          <a:xfrm rot="9860434">
            <a:off x="6656605" y="4430088"/>
            <a:ext cx="115590" cy="27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D3CD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D3C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216250" y="2496440"/>
            <a:ext cx="116100" cy="61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2B85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D3C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6807550" y="1995150"/>
            <a:ext cx="21354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lang="en" sz="1030">
                <a:solidFill>
                  <a:srgbClr val="E69138"/>
                </a:solidFill>
              </a:rPr>
              <a:t>Remaining observed in which the predictions were based on</a:t>
            </a:r>
            <a:endParaRPr sz="1030">
              <a:solidFill>
                <a:srgbClr val="E69138"/>
              </a:solidFill>
            </a:endParaRPr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729450" y="2301125"/>
            <a:ext cx="2602800" cy="23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Environmental variables:            SST, air temp, winds,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CHL info: current, prior day, latter day masked CHL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Flags: binary flags for land, fake cloud, real cloud, observed CHL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Against Observed - Visual Example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76125"/>
            <a:ext cx="4676601" cy="296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729450" y="1318650"/>
            <a:ext cx="8007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Against Observed - Daily Mean Difference</a:t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17350"/>
            <a:ext cx="59436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729450" y="2512525"/>
            <a:ext cx="138600" cy="170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 rot="-5400000">
            <a:off x="179696" y="3205965"/>
            <a:ext cx="12381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E06666"/>
                </a:solidFill>
              </a:rPr>
              <a:t>Percentage difference</a:t>
            </a:r>
            <a:endParaRPr>
              <a:solidFill>
                <a:srgbClr val="E0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Against Copernicus-GlobColour L4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700" y="1808475"/>
            <a:ext cx="4776250" cy="31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00" y="2045663"/>
            <a:ext cx="3605550" cy="26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477150" y="2510875"/>
            <a:ext cx="138600" cy="170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 rot="-5400000">
            <a:off x="-72604" y="3204315"/>
            <a:ext cx="12381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E06666"/>
                </a:solidFill>
              </a:rPr>
              <a:t>Percentage difference</a:t>
            </a:r>
            <a:endParaRPr>
              <a:solidFill>
                <a:srgbClr val="E0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Environmental Variables Help?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Sadly, not really :(</a:t>
            </a:r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0" l="0" r="0" t="9674"/>
          <a:stretch/>
        </p:blipFill>
        <p:spPr>
          <a:xfrm>
            <a:off x="4049650" y="1920125"/>
            <a:ext cx="4368501" cy="29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4068387" y="2211025"/>
            <a:ext cx="151800" cy="19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 rot="-5400000">
            <a:off x="3418075" y="3038908"/>
            <a:ext cx="14526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34343"/>
                </a:solidFill>
              </a:rPr>
              <a:t>Percentage difference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Environmental Variables Useful At All?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729450" y="2078875"/>
            <a:ext cx="2666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Captures the general pattern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reconstruct some details in certain regions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200" y="1894725"/>
            <a:ext cx="4686950" cy="31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Takeaways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Initial model</a:t>
            </a:r>
            <a:r>
              <a:rPr lang="en"/>
              <a:t>: work well, low mean absolute difference against the truth and similar to Level-4 product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Main difference with the Copernicus L-4 Gapfree product</a:t>
            </a:r>
            <a:r>
              <a:rPr lang="en"/>
              <a:t>: lower coastline estimation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Environmental variables effectiveness</a:t>
            </a:r>
            <a:r>
              <a:rPr lang="en"/>
              <a:t>: introduces noise with less missing chlorophyll; CAN capture chlorophyll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